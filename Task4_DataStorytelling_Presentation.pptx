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i sri Sarika" userId="5a773680a702746e" providerId="LiveId" clId="{BD71EC6C-1BAF-4B56-B47C-169A66B6E69F}"/>
    <pc:docChg chg="modSld">
      <pc:chgData name="Devi sri Sarika" userId="5a773680a702746e" providerId="LiveId" clId="{BD71EC6C-1BAF-4B56-B47C-169A66B6E69F}" dt="2026-06-18T14:48:32.770" v="36" actId="14100"/>
      <pc:docMkLst>
        <pc:docMk/>
      </pc:docMkLst>
      <pc:sldChg chg="modSp mod">
        <pc:chgData name="Devi sri Sarika" userId="5a773680a702746e" providerId="LiveId" clId="{BD71EC6C-1BAF-4B56-B47C-169A66B6E69F}" dt="2026-06-18T14:48:32.770" v="36" actId="14100"/>
        <pc:sldMkLst>
          <pc:docMk/>
          <pc:sldMk cId="0" sldId="256"/>
        </pc:sldMkLst>
        <pc:spChg chg="mod">
          <ac:chgData name="Devi sri Sarika" userId="5a773680a702746e" providerId="LiveId" clId="{BD71EC6C-1BAF-4B56-B47C-169A66B6E69F}" dt="2026-06-18T14:48:32.770" v="36" actId="14100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804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Storytelling &amp;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analysis into a business narrative — and proving it with statistics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0" cy="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943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Software Pvt. Ltd.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Data Analytics Internship  |  Dataset: 5,000 Orders (2023-2024)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26378" y="5989320"/>
            <a:ext cx="24779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600" b="1" dirty="0" err="1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S.Devi</a:t>
            </a: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Sri Sarika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Story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chapters connecting Tasks 1-3 into one narrative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463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Scene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94760" y="146304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orders analysed across 2023-2024, generating Rs.6.29 Cr in total revenue from delivered orders.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4871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94760" y="2487168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Month-1 retention is only 6%. Beauty has a 10.4% return rate. Cancellation rate sits at 10.1%.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51129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94760" y="3511296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consistently spikes (festive season). Mobile App leads revenue. 36-45 age group has the highest AOV.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8114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81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53542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94760" y="4535424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email flows, review Beauty listings, invest in Mobile App UX, plan festive campaigns early, target premium segment.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6052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605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555955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to Action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94760" y="5559552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retention first - raising Month-1 retention from 6% to 12% would roughly double repeat revenue.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1: The Revenue Journey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months of revenue tell a clear seasonal story</a:t>
            </a:r>
            <a:endParaRPr lang="en-US" sz="1400" dirty="0"/>
          </a:p>
        </p:txBody>
      </p:sp>
      <p:pic>
        <p:nvPicPr>
          <p:cNvPr id="4" name="Image 0" descr="outputs/story_revenue_journe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417320"/>
            <a:ext cx="7406640" cy="2651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46304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5361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Rs.6.29 Cr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54964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321040" y="242316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49640" y="24963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549640" y="2880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321040" y="33832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49640" y="34564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549640" y="3840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434340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EAF4F8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6177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4480560"/>
            <a:ext cx="9692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rises through the year with a sharp spike in October, driven by festive-season demand (Diwali/Dussehra). This pattern repeats in both 2023 and 2024, suggesting a reliable seasonal trend that can be planned for in advance.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2 &amp; 3: The Problem and The Opportunity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 Funnel</a:t>
            </a:r>
            <a:endParaRPr lang="en-US" sz="1600" dirty="0"/>
          </a:p>
        </p:txBody>
      </p:sp>
      <p:pic>
        <p:nvPicPr>
          <p:cNvPr id="4" name="Image 0" descr="outputs/story_customer_funne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463040"/>
            <a:ext cx="548640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36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Opportunity Matrix</a:t>
            </a:r>
            <a:endParaRPr lang="en-US" sz="1600" dirty="0"/>
          </a:p>
        </p:txBody>
      </p:sp>
      <p:pic>
        <p:nvPicPr>
          <p:cNvPr id="6" name="Image 1" descr="outputs/story_opportunity_matri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463040"/>
            <a:ext cx="5486400" cy="23774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4114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68680" y="43434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434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0876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Month-1 Retention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508760" y="4617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of customers never reorder the next month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4343400" y="4114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572000" y="43434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4348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208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 Return Rate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5212080" y="4617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category has the highest returns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8046720" y="411480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275320" y="43434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443484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1540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10.1% Cancellation Rate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8915400" y="4617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10 orders is cancelled before delivery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the highest-revenue segments (Mobile App, 36-45 age group, October) are also where the biggest gaps (retention, returns, cancellations) sit - fixing these gaps compounds the existing strengths.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37160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 - Validating the Story with Statistics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8016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business hypotheses were tested using T-Tests and a Chi-Squared test (alpha = 0.05)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2286000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H1: Mobile App AOV &gt; Website AOV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7CE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H2: 36-45 AOV &gt; 18-25 AOV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7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7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7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7CE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H3: Cancellation rate differs by channel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7CE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H4: October AOV &gt; Other months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7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7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76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8BE2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4B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434340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2C376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61772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54480" y="4480560"/>
            <a:ext cx="9692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statistical finding: </a:t>
            </a: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H4 is statistically significant (p = 0.0075 &lt; 0.05). This proves the October revenue spike is a real, repeatable seasonal pattern - not random variation - and justifies investing in festive-season campaigns ahead of time. The other three hypotheses (channel AOV, age-group AOV, channel cancellation) show differences in the raw numbers, but those differences are not statistically significant at the 5% level - meaning they could be due to chance.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Testing - Visual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(Mobile App vs Website AOV) and H3 (Cancellation rate by channel)</a:t>
            </a:r>
            <a:endParaRPr lang="en-US" sz="1400" dirty="0"/>
          </a:p>
        </p:txBody>
      </p:sp>
      <p:pic>
        <p:nvPicPr>
          <p:cNvPr id="4" name="Image 0" descr="outputs/hypothesis_testing_char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417320"/>
            <a:ext cx="105156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5778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4F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8064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8760" y="56692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charts: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App's average order value (Rs.20,332) is visibly higher than Website's (Rs.18,513), and Mobile App also shows the highest cancellation rate (11.0%) among channels - but neither difference clears the p &lt; 0.05 bar, so larger sample sizes or longer time windows would be needed to confirm these patterns.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4: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actions to convert insight into business impact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8105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2763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Month-1 Retention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01168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30-day post-purchase email sequence with personalised recommendations to lift retention from 6% toward 12-15%.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4630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6916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18105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62763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Beauty Returns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15200" y="201168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product descriptions, sizing guides and images for the Beauty category to bring the 10.4% return rate down.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2461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474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5935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41071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Mobile App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379476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drives the most revenue (Rs.2.14 Cr) - prioritise app UX improvements and push-notification campaigns.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324612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3474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359359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41071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Festive Campaigns Early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15200" y="379476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October's spike is statistically proven (p=0.0075) - prepare inventory and marketing 4 weeks ahead of the festive season.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50292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EA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68680" y="5257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537667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19379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Premium Segment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00200" y="557784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36-45 age group has the highest AOV (Rs.20,641) - create premium product bundles aimed at this group.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355080" y="50292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065A82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5257800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23760" y="51937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priority: Fix retention first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7223760" y="5596128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five actions, improving Month-1 retention has the largest compounding effect on long-term revenue.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5: Call to Action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2C3768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9164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A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Increasing Month-1 retention from 6% to 12% would roughly </a:t>
            </a:r>
            <a:r>
              <a:rPr lang="en-US" sz="2000" b="1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repeat revenue</a:t>
            </a:r>
            <a:r>
              <a:rPr lang="en-US" sz="2000" i="1" dirty="0">
                <a:solidFill>
                  <a:srgbClr val="EA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the single highest-impact action available from this analysis.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Rs.6.29 Cr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3474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2044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Month-1 Retention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3474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Spike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Proven Trend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15400" y="3474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36-45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915400" y="4114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completed: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1 - Data Wrangling   |   Task 2 - EDA &amp; BI   |   Task 3 - Deep-Dive &amp; Power BI Dashboard   |   Task 4 - Storytelling &amp; Hypothesis Testing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Software Pvt. Ltd.  |  60-Day Data Analytics Internship  |  Devi Sri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843</Words>
  <Application>Microsoft Office PowerPoint</Application>
  <PresentationFormat>Widescreen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4 - Data Storytelling &amp; Statistical Validation</dc:title>
  <dc:subject>PptxGenJS Presentation</dc:subject>
  <dc:creator>Devi Sri</dc:creator>
  <cp:lastModifiedBy>Devi sri Sarika</cp:lastModifiedBy>
  <cp:revision>1</cp:revision>
  <dcterms:created xsi:type="dcterms:W3CDTF">2026-06-14T04:18:55Z</dcterms:created>
  <dcterms:modified xsi:type="dcterms:W3CDTF">2026-06-18T14:48:41Z</dcterms:modified>
</cp:coreProperties>
</file>